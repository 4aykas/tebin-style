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55c94f4c3949a4" /><Relationship Type="http://schemas.openxmlformats.org/officeDocument/2006/relationships/extended-properties" Target="/docProps/app.xml" Id="R44e29efc96124ef0" /><Relationship Type="http://schemas.openxmlformats.org/officeDocument/2006/relationships/officeDocument" Target="/ppt/presentation.xml" Id="R177b6042864e4d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069f0b2c244e39"/>
  </p:sldMasterIdLst>
  <p:notesMasterIdLst>
    <p:notesMasterId xmlns:r="http://schemas.openxmlformats.org/officeDocument/2006/relationships" r:id="R116c5bc8ece04e01"/>
  </p:notesMasterIdLst>
  <p:sldIdLst>
    <p:sldId xmlns:r="http://schemas.openxmlformats.org/officeDocument/2006/relationships" id="256" r:id="R570e9412f88548d0"/>
    <p:sldId xmlns:r="http://schemas.openxmlformats.org/officeDocument/2006/relationships" id="257" r:id="Rdcf42551cb1544be"/>
    <p:sldId xmlns:r="http://schemas.openxmlformats.org/officeDocument/2006/relationships" id="258" r:id="R70a7476f464846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b10a6fea0d4d89" /><Relationship Type="http://schemas.openxmlformats.org/officeDocument/2006/relationships/slideMaster" Target="/ppt/slideMasters/slideMaster1.xml" Id="R6a069f0b2c244e39" /><Relationship Type="http://schemas.openxmlformats.org/officeDocument/2006/relationships/notesMaster" Target="/ppt/notesMasters/notesMaster1.xml" Id="R116c5bc8ece04e01" /><Relationship Type="http://schemas.openxmlformats.org/officeDocument/2006/relationships/presProps" Target="/ppt/presProps.xml" Id="Rbed899bf57624962" /><Relationship Type="http://schemas.openxmlformats.org/officeDocument/2006/relationships/tableStyles" Target="/ppt/tableStyles.xml" Id="R0fe9330531704b34" /><Relationship Type="http://schemas.openxmlformats.org/officeDocument/2006/relationships/slide" Target="/ppt/slides/slide1.xml" Id="R570e9412f88548d0" /><Relationship Type="http://schemas.openxmlformats.org/officeDocument/2006/relationships/slide" Target="/ppt/slides/slide2.xml" Id="Rdcf42551cb1544be" /><Relationship Type="http://schemas.openxmlformats.org/officeDocument/2006/relationships/slide" Target="/ppt/slides/slide3.xml" Id="R70a7476f464846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ebeaddf23548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66b594ce004bba" /><Relationship Type="http://schemas.openxmlformats.org/officeDocument/2006/relationships/notesMaster" Target="/ppt/notesMasters/notesMaster1.xml" Id="Rb2c9b7d15fdf46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81e9e22aea46dc" /><Relationship Type="http://schemas.openxmlformats.org/officeDocument/2006/relationships/notesMaster" Target="/ppt/notesMasters/notesMaster1.xml" Id="R865b718086e54e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9d035852cd419c" /><Relationship Type="http://schemas.openxmlformats.org/officeDocument/2006/relationships/notesMaster" Target="/ppt/notesMasters/notesMaster1.xml" Id="R98b14402f94046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content, not project facts. Theme source: themes/tebin-classic/DESIGN.md. Arial is the documented Office fallback. Layout candidate awaiting brand-owner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content, not project facts. Theme source: themes/tebin-classic/DESIGN.md. Arial is the documented Office fallback. Layout candidate awaiting brand-owner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content, not project facts. Theme source: themes/tebin-classic/DESIGN.md. Arial is the documented Office fallback. Layout candidate awaiting brand-owner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7588d2aba45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599ff17f80456c" /><Relationship Type="http://schemas.openxmlformats.org/officeDocument/2006/relationships/slideLayout" Target="/ppt/slideLayouts/slideLayout1.xml" Id="Rbb0a1a07f37d49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a1a07f37d49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9d4e5240d4c75" /><Relationship Type="http://schemas.openxmlformats.org/officeDocument/2006/relationships/image" Target="/ppt/media/image.png" Id="R6da535d6b2ba42c8" /><Relationship Type="http://schemas.openxmlformats.org/officeDocument/2006/relationships/notesSlide" Target="/ppt/notesSlides/notesSlide1.xml" Id="R6edb2f1650ff48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017611f6145bb" /><Relationship Type="http://schemas.openxmlformats.org/officeDocument/2006/relationships/image" Target="/ppt/media/image2.png" Id="R87143f3c66d745c4" /><Relationship Type="http://schemas.openxmlformats.org/officeDocument/2006/relationships/notesSlide" Target="/ppt/notesSlides/notesSlide2.xml" Id="Rf5343d0278a149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8b2e381574c98" /><Relationship Type="http://schemas.openxmlformats.org/officeDocument/2006/relationships/image" Target="/ppt/media/image3.png" Id="R576929ed0bc44fb8" /><Relationship Type="http://schemas.openxmlformats.org/officeDocument/2006/relationships/notesSlide" Target="/ppt/notesSlides/notesSlide3.xml" Id="R47176a9de1364e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535d6b2ba42c8"/>
          <a:stretch xmlns:a="http://schemas.openxmlformats.org/drawingml/2006/main"/>
        </p:blipFill>
        <p:spPr>
          <a:xfrm xmlns:a="http://schemas.openxmlformats.org/drawingml/2006/main">
            <a:off x="838200" y="526089"/>
            <a:ext cx="2095500" cy="65279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26CA8-CAE8-46ED-B91B-9B299069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Project coordination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53757-5CF4-4F57-BF8F-25F8255F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Classic presentation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0689A-5C6C-474A-91EC-5369D676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 reusable opening layout for a project review.</a:t>
            </a:r>
          </a:p>
          <a:p xmlns:a="http://schemas.openxmlformats.org/drawingml/2006/main">
            <a:pPr>
              <a:defRPr sz="2100" b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Replace this illustrative content before issue.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B2C48-3D25-4827-A6C6-07E07C17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TEBIN Classic · Reference candidate · 1</a:t>
            </a:r>
          </a:p>
        </p:txBody>
      </p:sp>
    </p:spTree>
    <p:extLst>
      <p:ext uri="{BB962C8B-B14F-4D97-AF65-F5344CB8AC3E}">
        <p14:creationId xmlns:p14="http://schemas.microsoft.com/office/powerpoint/2010/main" val="1169497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43f3c66d745c4"/>
          <a:stretch xmlns:a="http://schemas.openxmlformats.org/drawingml/2006/main"/>
        </p:blipFill>
        <p:spPr>
          <a:xfrm xmlns:a="http://schemas.openxmlformats.org/drawingml/2006/main">
            <a:off x="838200" y="526089"/>
            <a:ext cx="2095500" cy="65279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0D6A5-9A87-49C5-BCBF-620707FD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Make the decision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B935F-2DCA-446D-9E3B-04D3EA1B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Decision and supporting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69E67-147E-4DC8-A27C-00C98BBA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State the decision in one sentence.</a:t>
            </a:r>
          </a:p>
          <a:p xmlns:a="http://schemas.openxmlformats.org/drawingml/2006/main">
            <a:pPr>
              <a:defRPr sz="2100" b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Explain the evidence and its limits.</a:t>
            </a:r>
          </a:p>
          <a:p xmlns:a="http://schemas.openxmlformats.org/drawingml/2006/main">
            <a:pPr>
              <a:defRPr sz="2100" b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Name the next action and its owner.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AE2F3-9C1A-460D-B7DF-A167D016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TEBIN Classic · Reference candidate · 2</a:t>
            </a:r>
          </a:p>
        </p:txBody>
      </p:sp>
    </p:spTree>
    <p:extLst>
      <p:ext uri="{BB962C8B-B14F-4D97-AF65-F5344CB8AC3E}">
        <p14:creationId xmlns:p14="http://schemas.microsoft.com/office/powerpoint/2010/main" val="1453704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929ed0bc44fb8"/>
          <a:stretch xmlns:a="http://schemas.openxmlformats.org/drawingml/2006/main"/>
        </p:blipFill>
        <p:spPr>
          <a:xfrm xmlns:a="http://schemas.openxmlformats.org/drawingml/2006/main">
            <a:off x="838200" y="526089"/>
            <a:ext cx="2095500" cy="65279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4120A-D389-4B6C-AD43-0FD44391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Close with clear 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B8A6B-0725-473C-84A3-5B411247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A29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A291C"/>
                </a:solidFill>
                <a:latin typeface="Arial"/>
                <a:ea typeface="Arial"/>
                <a:cs typeface="Arial"/>
              </a:rPr>
              <a:t>Actions and handover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49862-5E5E-443E-A301-ED596917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Design lead — review the coordination model.</a:t>
            </a:r>
          </a:p>
          <a:p xmlns:a="http://schemas.openxmlformats.org/drawingml/2006/main">
            <a:pPr>
              <a:defRPr sz="2100" b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Coordinator — update the drawing register.</a:t>
            </a:r>
          </a:p>
          <a:p xmlns:a="http://schemas.openxmlformats.org/drawingml/2006/main">
            <a:pPr>
              <a:defRPr sz="2100" b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Project lead — record the agreed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C3EEB-9371-4C6D-BDD8-268212E5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TEBIN Classic · Reference candidate · 3</a:t>
            </a:r>
          </a:p>
        </p:txBody>
      </p:sp>
    </p:spTree>
    <p:extLst>
      <p:ext uri="{BB962C8B-B14F-4D97-AF65-F5344CB8AC3E}">
        <p14:creationId xmlns:p14="http://schemas.microsoft.com/office/powerpoint/2010/main" val="1455348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2026-09-17T09:53:00.2670000Z</dcterms:created>
  <dcterms:modified xsi:type="dcterms:W3CDTF">2026-09-17T09:53:00.2670000Z</dcterms:modified>
</coreProperties>
</file>